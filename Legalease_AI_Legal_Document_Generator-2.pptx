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6692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66BE"/>
                </a:solidFill>
              </a:defRPr>
            </a:pPr>
            <a:r>
              <a:t>LEGALEASE</a:t>
            </a:r>
          </a:p>
          <a:p>
            <a:pPr>
              <a:spcBef>
                <a:spcPts val="800"/>
              </a:spcBef>
              <a:defRPr sz="2700" b="1">
                <a:solidFill>
                  <a:srgbClr val="132A4C"/>
                </a:solidFill>
              </a:defRPr>
            </a:pPr>
            <a:r>
              <a:t>AI-Powered Legal Document Generator</a:t>
            </a:r>
          </a:p>
          <a:p>
            <a:pPr>
              <a:spcBef>
                <a:spcPts val="1400"/>
              </a:spcBef>
              <a:defRPr sz="1600">
                <a:solidFill>
                  <a:srgbClr val="5A697D"/>
                </a:solidFill>
              </a:defRPr>
            </a:pPr>
            <a:r>
              <a:t>A smart platform for faster, structured and user-friendly legal document drafting.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977639"/>
            <a:ext cx="5257800" cy="192024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87952"/>
            <a:ext cx="4800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66BE"/>
                </a:solidFill>
              </a:defRPr>
            </a:pPr>
            <a:r>
              <a:t>TEAM LEADER</a:t>
            </a:r>
          </a:p>
          <a:p>
            <a:pPr>
              <a:defRPr sz="1900" b="1">
                <a:solidFill>
                  <a:srgbClr val="132A4C"/>
                </a:solidFill>
              </a:defRPr>
            </a:pPr>
            <a:r>
              <a:t>JAGATHEESH KUMAR.B</a:t>
            </a:r>
          </a:p>
          <a:p>
            <a:pPr>
              <a:spcBef>
                <a:spcPts val="800"/>
              </a:spcBef>
              <a:defRPr sz="1300" b="1">
                <a:solidFill>
                  <a:srgbClr val="2666BE"/>
                </a:solidFill>
              </a:defRPr>
            </a:pPr>
            <a:r>
              <a:t>Team Members</a:t>
            </a:r>
          </a:p>
          <a:p>
            <a:pPr>
              <a:defRPr sz="1150">
                <a:solidFill>
                  <a:srgbClr val="1E2837"/>
                </a:solidFill>
              </a:defRPr>
            </a:pPr>
            <a:r>
              <a:t>KARTHICKRAJA.S  •  KARTHICK.A  •  JAI SURYA.AV</a:t>
            </a:r>
          </a:p>
          <a:p>
            <a:pPr>
              <a:defRPr sz="1150">
                <a:solidFill>
                  <a:srgbClr val="1E2837"/>
                </a:solidFill>
              </a:defRPr>
            </a:pPr>
            <a:r>
              <a:t>JAITHARUN.D</a:t>
            </a:r>
          </a:p>
        </p:txBody>
      </p:sp>
      <p:pic>
        <p:nvPicPr>
          <p:cNvPr id="6" name="Picture 5" descr="legalease_ai_legal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22960"/>
            <a:ext cx="521208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29400" y="61722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A697D"/>
                </a:solidFill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A4C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97D"/>
                </a:solidFill>
              </a:defRPr>
            </a:pPr>
            <a:r>
              <a:t>Why legal document preparation can be difficult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837"/>
                </a:solidFill>
              </a:defRPr>
            </a:pPr>
            <a:r>
              <a:t>• Manual drafting can take significant time for common document types.</a:t>
            </a:r>
          </a:p>
          <a:p>
            <a:pPr>
              <a:spcAft>
                <a:spcPts val="1400"/>
              </a:spcAft>
              <a:defRPr sz="1800">
                <a:solidFill>
                  <a:srgbClr val="1E2837"/>
                </a:solidFill>
              </a:defRPr>
            </a:pPr>
            <a:r>
              <a:t>• Users may struggle with legal terminology, structure and required clauses.</a:t>
            </a:r>
          </a:p>
          <a:p>
            <a:pPr>
              <a:spcAft>
                <a:spcPts val="1400"/>
              </a:spcAft>
              <a:defRPr sz="1800">
                <a:solidFill>
                  <a:srgbClr val="1E2837"/>
                </a:solidFill>
              </a:defRPr>
            </a:pPr>
            <a:r>
              <a:t>• Repeated document creation often leads to inconsistent formatting.</a:t>
            </a:r>
          </a:p>
          <a:p>
            <a:pPr>
              <a:spcAft>
                <a:spcPts val="1400"/>
              </a:spcAft>
              <a:defRPr sz="1800">
                <a:solidFill>
                  <a:srgbClr val="1E2837"/>
                </a:solidFill>
              </a:defRPr>
            </a:pPr>
            <a:r>
              <a:t>• Missing information or clauses can require multiple revisions.</a:t>
            </a:r>
          </a:p>
          <a:p>
            <a:pPr>
              <a:spcAft>
                <a:spcPts val="1400"/>
              </a:spcAft>
              <a:defRPr sz="1800">
                <a:solidFill>
                  <a:srgbClr val="1E2837"/>
                </a:solidFill>
              </a:defRPr>
            </a:pPr>
            <a:r>
              <a:t>• There is a need for a simple guided workflow that supports human review.</a:t>
            </a:r>
          </a:p>
        </p:txBody>
      </p:sp>
      <p:pic>
        <p:nvPicPr>
          <p:cNvPr id="6" name="Picture 5" descr="legalease_docum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25880"/>
            <a:ext cx="49834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A4C"/>
                </a:solidFill>
              </a:defRPr>
            </a:pPr>
            <a: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97D"/>
                </a:solidFill>
              </a:defRPr>
            </a:pPr>
            <a:r>
              <a:t>Legalease combines guided input, AI-assisted drafting and document 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8191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Guided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Collects key facts, parties, dates and clauses in a structured 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8191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58191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AI Drafting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75688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Transforms user-provided information into a structured legal-document draft.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2900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58191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58191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Review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75688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Helps identify missing fields and areas that may need human attention.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54680"/>
            <a:ext cx="342900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1927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31927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Templates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Supports reusable formats for common legal documents.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154680"/>
            <a:ext cx="342900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31927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31927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Clause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813048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Provides reusable clauses to improve consistency and speed.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154680"/>
            <a:ext cx="342900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9" y="331927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31927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813048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Produces a clean document suitable for further editing and review.</a:t>
            </a:r>
          </a:p>
        </p:txBody>
      </p:sp>
      <p:pic>
        <p:nvPicPr>
          <p:cNvPr id="29" name="Picture 28" descr="legalease_ai_legal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4892040"/>
            <a:ext cx="365760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A4C"/>
                </a:solidFill>
              </a:defRPr>
            </a:pPr>
            <a:r>
              <a:t>3.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97D"/>
                </a:solidFill>
              </a:defRPr>
            </a:pPr>
            <a:r>
              <a:t>Core capabilities of the Legalease concept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81912"/>
            <a:ext cx="23774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Smart Templates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278892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Start from predefined structures for frequently used legal documents.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17320"/>
            <a:ext cx="324612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8191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581912"/>
            <a:ext cx="23774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Natural-Language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75688"/>
            <a:ext cx="278892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Users can describe requirements in simple language.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417320"/>
            <a:ext cx="324612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58191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581912"/>
            <a:ext cx="23774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AI-Assisted Drafting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075688"/>
            <a:ext cx="278892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Generates organized clauses and document sections from provided details.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37560"/>
            <a:ext cx="324612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0215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02152"/>
            <a:ext cx="23774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Validation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95928"/>
            <a:ext cx="278892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Highlights incomplete or inconsistent information before export.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337560"/>
            <a:ext cx="324612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50215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502152"/>
            <a:ext cx="23774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Editable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995928"/>
            <a:ext cx="278892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Allows users to review and modify the generated content.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3337560"/>
            <a:ext cx="324612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350215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502152"/>
            <a:ext cx="23774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Document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995928"/>
            <a:ext cx="278892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Supports presentation-ready PDF/DOCX-style output workflows.</a:t>
            </a:r>
          </a:p>
        </p:txBody>
      </p:sp>
      <p:pic>
        <p:nvPicPr>
          <p:cNvPr id="29" name="Picture 28" descr="legalease_docum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5074920"/>
            <a:ext cx="18288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A4C"/>
                </a:solidFill>
              </a:defRPr>
            </a:pPr>
            <a:r>
              <a:t>4.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97D"/>
                </a:solidFill>
              </a:defRPr>
            </a:pPr>
            <a:r>
              <a:t>From user requirement to a structured document</a:t>
            </a:r>
          </a:p>
        </p:txBody>
      </p:sp>
      <p:pic>
        <p:nvPicPr>
          <p:cNvPr id="5" name="Picture 4" descr="legalease_workflow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972800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17220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Possible stack: Web UI • Backend API • LLM/NLP layer • Template engine • Document/PDF generation • Secure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A4C"/>
                </a:solidFill>
              </a:defRPr>
            </a:pPr>
            <a:r>
              <a:t>5. Benefits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97D"/>
                </a:solidFill>
              </a:defRPr>
            </a:pPr>
            <a:r>
              <a:t>A practical direction for AI-assisted legal document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36192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Time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7"/>
            <a:ext cx="292608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Reduces repetitive drafting effort and streamlines document preparation.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536192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29967"/>
            <a:ext cx="292608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Reusable templates and clauses can improve document structure and formatting.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38328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5361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536192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Accessibility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29967"/>
            <a:ext cx="292608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A guided interface can make document drafting easier for non-expert users.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46120"/>
            <a:ext cx="338328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1071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10712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Future: More Templates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04487"/>
            <a:ext cx="292608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Expand coverage across agreements, notices, applications and business documents.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246120"/>
            <a:ext cx="338328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41071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410712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Future: Better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904487"/>
            <a:ext cx="292608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Add stronger validation, clause comparison and human-review checkpoints.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246120"/>
            <a:ext cx="338328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9" y="341071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66BE"/>
                </a:solidFill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410712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A4C"/>
                </a:solidFill>
              </a:defRPr>
            </a:pPr>
            <a:r>
              <a:t>Future: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904487"/>
            <a:ext cx="292608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97D"/>
                </a:solidFill>
              </a:defRPr>
            </a:pPr>
            <a:r>
              <a:t>Add privacy controls, access management and secure document handling.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666BE"/>
                </a:solidFill>
              </a:defRPr>
            </a:pPr>
            <a:r>
              <a:t>THANK YOU</a:t>
            </a:r>
          </a:p>
          <a:p>
            <a:pPr algn="ctr">
              <a:defRPr sz="1500">
                <a:solidFill>
                  <a:srgbClr val="5A697D"/>
                </a:solidFill>
              </a:defRPr>
            </a:pPr>
            <a:r>
              <a:t>Legalease — Making legal document drafting smarter, simpler and more structured.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